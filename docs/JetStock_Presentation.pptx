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2" r:id="rId4"/>
    <p:sldId id="258" r:id="rId5"/>
    <p:sldId id="267" r:id="rId6"/>
    <p:sldId id="268" r:id="rId7"/>
    <p:sldId id="269" r:id="rId8"/>
    <p:sldId id="270" r:id="rId9"/>
    <p:sldId id="271" r:id="rId10"/>
    <p:sldId id="259" r:id="rId11"/>
    <p:sldId id="273" r:id="rId12"/>
    <p:sldId id="260" r:id="rId13"/>
    <p:sldId id="265" r:id="rId14"/>
    <p:sldId id="261" r:id="rId15"/>
    <p:sldId id="266" r:id="rId16"/>
    <p:sldId id="262" r:id="rId17"/>
    <p:sldId id="263" r:id="rId18"/>
    <p:sldId id="264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9" autoAdjust="0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120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139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8F5FC-2B67-3A48-56D1-64FA7EE9E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ACBBF6-7EF4-A52D-49C2-8B2FEA6050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3DA41A-034A-85C6-13AB-1CF9A615F4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D7D49A-4CB0-5A85-2E05-4DE22CDCC1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27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B7E07-919A-8D3B-C47D-D5A7F974E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2C9613-A144-F4DC-F8E9-7772285843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605437-B1A3-545A-B20A-AEC70B71DA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69DFFF-29B7-814E-17AD-E0E0C80C2C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328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F0A3C-C228-4927-954E-B288F4014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0B357B-31F4-EA8C-4583-200C0C4CB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F27029-4ADF-5C43-8453-CD23A0C3E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AA6F6-C1CC-F330-14BC-58409EB7C5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9088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EB691-28BA-0E04-EBE6-D58DBD6B8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2BA859-FCD9-AFE2-3745-810F3C05B0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62CDA3-219E-FB52-0B49-35041543E0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40A69-417F-8944-0339-0D14833E6E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711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C934-C6F2-E9F2-E139-643F97FD0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B6D4CD-42A5-D303-715D-49B6EC374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F5FF11-0E0F-3BAF-D037-D4EE22710D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FE421-C46D-375A-A008-1010DC0265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0460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B0914-232D-07F2-3FB6-7897DEC5C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04A31C-81CA-BD28-0107-6F8908092D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B2F98B-1E5A-A800-D0DC-528A5F3D2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4AF72-2E8F-09B4-3F8F-EA9488411B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331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17026-379C-21EB-3A9F-05843159B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51465D-EC04-F95D-4AB1-05DDD4DDFD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76A0B8-3E5F-4034-BDD8-A1F1C7A9F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EAC6B-1A4D-465F-D7EB-D11007D469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8305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E5EE169-B326-D300-41F3-C9A340A4BFC3}"/>
              </a:ext>
            </a:extLst>
          </p:cNvPr>
          <p:cNvSpPr/>
          <p:nvPr/>
        </p:nvSpPr>
        <p:spPr>
          <a:xfrm>
            <a:off x="321617" y="1330610"/>
            <a:ext cx="4723349" cy="14125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2697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Product Management Application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3246120"/>
            <a:ext cx="41148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|  Software Engineering Program  |  April 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66560" y="914400"/>
            <a:ext cx="201168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0" y="100584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498080" y="1005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0" y="13716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2194560"/>
            <a:ext cx="201168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0" y="22860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498080" y="2286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0" y="2651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3474720"/>
            <a:ext cx="201168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0" y="356616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🏪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498080" y="3566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0" y="39319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</a:t>
            </a:r>
            <a:endParaRPr lang="en-US" sz="1100" dirty="0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2C581B44-41F1-151B-2DF4-D2539AC32F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046" y="1589150"/>
            <a:ext cx="4103354" cy="10200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Our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2336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tracking via notebooks &amp; spreadsheets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stock level visibility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low-stock alerts until out of stock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system — disorganised records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are too complex &amp; expensive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wasted searching for product info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402336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JetStock Solution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46304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web app for all inventory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stock quantity tracking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&amp;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level visibility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by product, category &amp; supplier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lightweight — built for small business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search &amp; filter for any product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75B6"/>
                </a:solidFill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61CC8F-618E-0BDB-6320-161E71B05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481C38D-2631-B1E0-314B-31D4E96F267C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A4FF8A-DF3A-FFB9-BDAB-E5209620EF7E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Domain &amp; Stakeholders</a:t>
            </a:r>
            <a:endParaRPr lang="en-US" sz="2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CCBD163-2CBA-0177-21EA-C24E4A724AE6}"/>
              </a:ext>
            </a:extLst>
          </p:cNvPr>
          <p:cNvSpPr/>
          <p:nvPr/>
        </p:nvSpPr>
        <p:spPr>
          <a:xfrm>
            <a:off x="4133088" y="960120"/>
            <a:ext cx="473659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lvl="1"/>
            <a:r>
              <a:rPr lang="en-AU" b="1" u="sng" dirty="0"/>
              <a:t>Stakeholders</a:t>
            </a:r>
          </a:p>
          <a:p>
            <a:pPr lvl="1"/>
            <a:r>
              <a:rPr lang="en-US" b="1" dirty="0"/>
              <a:t>Primary Stakeholders (</a:t>
            </a:r>
            <a:r>
              <a:rPr lang="en-US" b="1" dirty="0" err="1"/>
              <a:t>JetStock</a:t>
            </a:r>
            <a:r>
              <a:rPr lang="en-US" b="1" dirty="0"/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Small business owner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Staff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Secondary Stakeholders (</a:t>
            </a:r>
            <a:r>
              <a:rPr lang="en-US" b="1" dirty="0" err="1"/>
              <a:t>JetStore</a:t>
            </a:r>
            <a:r>
              <a:rPr lang="en-US" b="1" dirty="0"/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Customers for business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53595F-9C5B-2CE9-C3B4-743069397B70}"/>
              </a:ext>
            </a:extLst>
          </p:cNvPr>
          <p:cNvSpPr txBox="1"/>
          <p:nvPr/>
        </p:nvSpPr>
        <p:spPr>
          <a:xfrm>
            <a:off x="365760" y="1189041"/>
            <a:ext cx="34107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Industry Domain (</a:t>
            </a:r>
            <a:r>
              <a:rPr lang="en-US" b="1" dirty="0" err="1"/>
              <a:t>JetStock</a:t>
            </a:r>
            <a:r>
              <a:rPr lang="en-US" b="1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Small Retailers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Resellers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Home-based business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473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Tech Stack</a:t>
            </a:r>
            <a:endParaRPr lang="en-US" sz="28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0201A457-8D87-5FD8-AA8B-CEFC5F3D2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90" y="851126"/>
            <a:ext cx="6991350" cy="42447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B59CAC-9173-C515-ED6A-DE5B7784A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D7FB54-7DE2-97F3-F34C-F335B21BC50A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FEFE9B9-5A58-3BE5-441E-9929A9F20704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A038C3-1675-EDEF-A650-2C58E6E2B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654" y="918135"/>
            <a:ext cx="6363588" cy="380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128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506739-8508-F5C1-EB27-8B9EC4B5E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DE67A49-2CAF-8312-CB10-AF55E79C9CD1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C3093DE-74B7-6449-896E-15CDEFC1E6C0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E427FF-F6AE-92BB-8C8D-C410022DD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99" y="958359"/>
            <a:ext cx="6382641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989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6D9802-D961-22FA-DA1A-230705CA4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132C6F2-CAE6-1A24-6DAB-D65030AA6B4E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7340651-84CA-76E2-10E5-C9EA37DC9CF3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7EE2AF-3062-9DEF-9D88-1703D022F5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832" y="844358"/>
            <a:ext cx="6665976" cy="416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945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BFBBCA-917D-41A3-2213-90009C5B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D390A43-6ECB-128F-8423-9B52E12CBBB0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BF5501-926A-2173-2F7F-F8AD1A526C8E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C3F173-40C6-59B4-9B14-5D85CCB313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72" y="862233"/>
            <a:ext cx="6709891" cy="419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587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161761-CCC5-016D-E2CA-970FB16DC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516B9B9-5EC2-01C4-1708-A4111BDB0B26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9F77297-C6CF-AB40-9CDE-B6238F2CCC8C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Design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4734C3-D1A9-D8A6-CE76-434CC04523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722" y="1008888"/>
            <a:ext cx="3140075" cy="2095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9F9F90-3679-C26B-EC07-52D38399AA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797" y="893064"/>
            <a:ext cx="3141345" cy="2095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A0ADB2-EB11-7744-A996-FB461CBA9D2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587" y="2978404"/>
            <a:ext cx="3072765" cy="20497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545C2D-7072-DC56-9A6E-607E45C517B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7352" y="2914904"/>
            <a:ext cx="3141345" cy="209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324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" y="914400"/>
            <a:ext cx="2057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" y="914400"/>
            <a:ext cx="54864" cy="1600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login &amp; registration with role-based access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77440" y="914400"/>
            <a:ext cx="2057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377440" y="914400"/>
            <a:ext cx="54864" cy="1600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1460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874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for products with SKU, price, category &amp; supplier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914400"/>
            <a:ext cx="2057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17720" y="914400"/>
            <a:ext cx="54864" cy="1600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5488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874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products into categories for easy filtering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0" y="914400"/>
            <a:ext cx="2057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58000" y="914400"/>
            <a:ext cx="54864" cy="1600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4944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🚚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9516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95160" y="1874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supplier contacts linked to your products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37160" y="2788920"/>
            <a:ext cx="2057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37160" y="2788920"/>
            <a:ext cx="54864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2860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74320" y="3429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Control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3749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quantity tracking with low-stock &amp; out-of-stock alerts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377440" y="2788920"/>
            <a:ext cx="2057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377440" y="2788920"/>
            <a:ext cx="54864" cy="1600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46888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↕️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2514600" y="3429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Movements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14600" y="3749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stock IN/OUT with movement type: manual, online, return, damage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17720" y="2788920"/>
            <a:ext cx="2057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17720" y="2788920"/>
            <a:ext cx="54864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0916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754880" y="3429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54880" y="3749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track customer orders with full order item management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58000" y="2788920"/>
            <a:ext cx="2057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858000" y="2788920"/>
            <a:ext cx="54864" cy="1600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94944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🎛️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995160" y="3429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95160" y="3749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view of total products, low-stock count and inventory stats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D65C8B-08F0-452D-7BE6-D43A57F10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CFA98B3-97AF-E264-C539-BC15952103D7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EDAB190-F3D8-2083-7BAA-EB780778D0AE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–functional &amp; Extended Features</a:t>
            </a:r>
            <a:endParaRPr lang="en-US" sz="2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16EF1FE-1F32-C81E-15E0-8C9FFA1EC687}"/>
              </a:ext>
            </a:extLst>
          </p:cNvPr>
          <p:cNvSpPr/>
          <p:nvPr/>
        </p:nvSpPr>
        <p:spPr>
          <a:xfrm>
            <a:off x="4133088" y="960120"/>
            <a:ext cx="473659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lvl="1"/>
            <a:endParaRPr lang="en-AU" b="1" u="sng" dirty="0"/>
          </a:p>
          <a:p>
            <a:pPr lvl="1"/>
            <a:endParaRPr lang="en-AU" b="1" u="sng" dirty="0"/>
          </a:p>
          <a:p>
            <a:pPr lvl="1"/>
            <a:r>
              <a:rPr lang="en-AU" b="1" u="sng" dirty="0" err="1"/>
              <a:t>Exended</a:t>
            </a:r>
            <a:r>
              <a:rPr lang="en-AU" b="1" u="sng" dirty="0"/>
              <a:t> Features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CSV export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Image upload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Theme modes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Role based access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Charts and analytics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81F2A1-7290-0932-C154-D74CA2417C02}"/>
              </a:ext>
            </a:extLst>
          </p:cNvPr>
          <p:cNvSpPr txBox="1"/>
          <p:nvPr/>
        </p:nvSpPr>
        <p:spPr>
          <a:xfrm>
            <a:off x="365760" y="1289625"/>
            <a:ext cx="36941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b="1" dirty="0"/>
              <a:t>Non-functional Features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Application is built in MUI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Interface is simple and easy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Backend MVC structure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API responses handle errors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Data </a:t>
            </a:r>
            <a:r>
              <a:rPr lang="en-US" b="1" dirty="0" err="1"/>
              <a:t>persistents</a:t>
            </a:r>
            <a:r>
              <a:rPr lang="en-US" b="1" dirty="0"/>
              <a:t>  in MYSQL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Sensitive config in .env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938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(ERD)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2377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2377440" cy="2926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914400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" y="1225296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first_name, last_name, email, role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377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37744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73552" y="914400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73552" y="1225296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sku, name, price, supplier_id, category_id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0" y="914400"/>
            <a:ext cx="2377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0" y="914400"/>
            <a:ext cx="237744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73952" y="914400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73952" y="1225296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description, user_id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0" y="2560320"/>
            <a:ext cx="2377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0" y="2560320"/>
            <a:ext cx="2377440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73952" y="2560320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73952" y="2871216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contact_person, email, phone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0" y="2560320"/>
            <a:ext cx="2377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0" y="2560320"/>
            <a:ext cx="2377440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73552" y="2560320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73552" y="2871216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product_id, quantity_on_hand, reorder_level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82880" y="2560320"/>
            <a:ext cx="2377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82880" y="2560320"/>
            <a:ext cx="237744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56032" y="2560320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Stock_movements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6032" y="2871216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product_id, movement_type, source_type, qty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82880" y="4114800"/>
            <a:ext cx="2377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82880" y="4114800"/>
            <a:ext cx="237744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56032" y="4114800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6032" y="4425696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customer_id, status, total_amount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0" y="4114800"/>
            <a:ext cx="2377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00400" y="4114800"/>
            <a:ext cx="2377440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73552" y="4114800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73552" y="4425696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order_id, product_id, quantity, unit_price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400800" y="4114800"/>
            <a:ext cx="2377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400800" y="4114800"/>
            <a:ext cx="2377440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73952" y="4114800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73952" y="4425696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full_name, email, phone, address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6E325D-94F4-72E3-FE53-B4430C583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676" y="3386"/>
            <a:ext cx="7196304" cy="509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076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Planning &amp; Timeline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" y="914400"/>
            <a:ext cx="210312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" y="9144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" y="109728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13–15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7160" y="13716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Design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" y="1737360"/>
            <a:ext cx="21031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1828800"/>
            <a:ext cx="1920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Define project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User stories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Architecture diagram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Lo-fi wireframes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77440" y="914400"/>
            <a:ext cx="2103120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77440" y="9144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77440" y="109728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16–24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77440" y="13716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77440" y="1737360"/>
            <a:ext cx="21031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68880" y="1828800"/>
            <a:ext cx="1920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Models &amp; DB setup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CRUD APIs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Auth / JWT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Error handling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Unit tests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914400"/>
            <a:ext cx="2103120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17720" y="9144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109728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24–28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17720" y="13716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1737360"/>
            <a:ext cx="21031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1828800"/>
            <a:ext cx="1920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Login/Signup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Dashboard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listing pages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Forms &amp; search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Connect API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58000" y="914400"/>
            <a:ext cx="210312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0" y="9144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109728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28–31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0" y="13716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&amp; Delivery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0" y="1737360"/>
            <a:ext cx="21031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49440" y="1828800"/>
            <a:ext cx="1920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UI polish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Frontend tests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Documentation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PPT slides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9522E1-EB89-A92F-1DA4-AE6DF2890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064" y="0"/>
            <a:ext cx="382987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691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11480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Unit Testing (Jest)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controller tests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movement logic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middleware validation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responses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114800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9144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API Testing (Postman)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REST endpoints verified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&amp; invalid request bodies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headers &amp; protected routes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status code verification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8346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" y="2834640"/>
            <a:ext cx="4114800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8346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Manual UI Testing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29184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Login/Registration flow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CRUD form validation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real-time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 &amp; pagination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8346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2834640"/>
            <a:ext cx="411480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28346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Edge Cases Handled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29184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out &gt; available qty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SKU detection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with linked records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Out-of-stock visual alerts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Walkthrough</a:t>
            </a:r>
            <a:endParaRPr lang="en-US" sz="2800" dirty="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73C72850-41E0-9A6B-EF3E-F3C3A6644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670" y="888202"/>
            <a:ext cx="5803920" cy="399621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Outcomes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JetStock delivered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7772400" cy="402336"/>
          </a:xfrm>
          <a:prstGeom prst="rect">
            <a:avLst/>
          </a:prstGeom>
          <a:solidFill>
            <a:srgbClr val="1F4E79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Full-stack web app with React + Node.js + MySQL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38528"/>
            <a:ext cx="7772400" cy="402336"/>
          </a:xfrm>
          <a:prstGeom prst="rect">
            <a:avLst/>
          </a:prstGeom>
          <a:solidFill>
            <a:srgbClr val="1F4E79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938528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Complete CRUD for Products, Categories, Suppliers &amp; Orders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414016"/>
            <a:ext cx="7772400" cy="402336"/>
          </a:xfrm>
          <a:prstGeom prst="rect">
            <a:avLst/>
          </a:prstGeom>
          <a:solidFill>
            <a:srgbClr val="1F4E79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414016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Real-time inventory tracking with low-stock alerts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89504"/>
            <a:ext cx="7772400" cy="402336"/>
          </a:xfrm>
          <a:prstGeom prst="rect">
            <a:avLst/>
          </a:prstGeom>
          <a:solidFill>
            <a:srgbClr val="1F4E79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889504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JWT authentication with protected routes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364992"/>
            <a:ext cx="7772400" cy="402336"/>
          </a:xfrm>
          <a:prstGeom prst="rect">
            <a:avLst/>
          </a:prstGeom>
          <a:solidFill>
            <a:srgbClr val="1F4E79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364992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External storefront (JetStore) connected via shared API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840480"/>
            <a:ext cx="7772400" cy="402336"/>
          </a:xfrm>
          <a:prstGeom prst="rect">
            <a:avLst/>
          </a:prstGeom>
          <a:solidFill>
            <a:srgbClr val="1F4E79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840480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Unit tests (Jest) + API tests (Postman)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https://github.com/mensonsundash/jetstock-capstone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78</TotalTime>
  <Words>700</Words>
  <Application>Microsoft Office PowerPoint</Application>
  <PresentationFormat>On-screen Show (16:9)</PresentationFormat>
  <Paragraphs>184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JetStock - Capstone Project</dc:title>
  <dc:subject>PptxGenJS Presentation</dc:subject>
  <dc:creator>JetStock Team</dc:creator>
  <cp:lastModifiedBy>admin</cp:lastModifiedBy>
  <cp:revision>11</cp:revision>
  <dcterms:created xsi:type="dcterms:W3CDTF">2026-04-02T06:08:06Z</dcterms:created>
  <dcterms:modified xsi:type="dcterms:W3CDTF">2026-04-02T08:32:40Z</dcterms:modified>
</cp:coreProperties>
</file>