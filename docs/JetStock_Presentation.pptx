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9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888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39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E5EE169-B326-D300-41F3-C9A340A4BFC3}"/>
              </a:ext>
            </a:extLst>
          </p:cNvPr>
          <p:cNvSpPr/>
          <p:nvPr/>
        </p:nvSpPr>
        <p:spPr>
          <a:xfrm>
            <a:off x="321617" y="1330610"/>
            <a:ext cx="4723349" cy="141259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697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Product Management Application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4114800" cy="3657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|  Software Engineering Program  |  April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66560" y="914400"/>
            <a:ext cx="2011680" cy="1005840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0" y="100584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498080" y="10058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13716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2194560"/>
            <a:ext cx="2011680" cy="1005840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0" y="228600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498080" y="2286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6517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tracking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3474720"/>
            <a:ext cx="2011680" cy="1005840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0" y="356616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🏪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498080" y="35661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9319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</a:t>
            </a:r>
            <a:endParaRPr lang="en-US" sz="11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2C581B44-41F1-151B-2DF4-D2539AC32F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046" y="1589150"/>
            <a:ext cx="4103354" cy="10200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Our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tracking via notebooks &amp; spreadsheets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stock level visibility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low-stock alerts until out of stock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system — disorganised records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are too complex &amp; expensive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wasted searching for product info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4023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402336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960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JetStock Solution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46304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web app for all inventory data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stock quantity tracking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Low-stock alerts &amp; reorder level visibility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by product, category &amp; supplier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lightweight — built for small business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search &amp; filter for any product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75B6"/>
                </a:solidFill>
              </a:rPr>
              <a:t>→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 Stack</a:t>
            </a:r>
            <a:endParaRPr lang="en-US" sz="28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201A457-8D87-5FD8-AA8B-CEFC5F3D2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90" y="851126"/>
            <a:ext cx="6991350" cy="42447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" y="91440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7160" y="914400"/>
            <a:ext cx="54864" cy="16002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" y="1051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JWT-based login &amp; registration with role-based access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77440" y="91440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377440" y="914400"/>
            <a:ext cx="54864" cy="16002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68880" y="1051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1460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1460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for products with SKU, price, category &amp; supplier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17720" y="91440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17720" y="914400"/>
            <a:ext cx="54864" cy="1600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09160" y="1051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5488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products into categories for easy filtering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0" y="91440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8000" y="914400"/>
            <a:ext cx="54864" cy="16002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49440" y="1051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🚚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95160" y="1554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supplier contacts linked to your products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37160" y="278892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7160" y="2788920"/>
            <a:ext cx="54864" cy="1600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2860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7432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Control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3749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quantity tracking with low-stock &amp; out-of-stock alerts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377440" y="278892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377440" y="2788920"/>
            <a:ext cx="54864" cy="1600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46888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↕️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1460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514600" y="3749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stock IN/OUT with movement type: manual, online, return, damage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17720" y="278892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617720" y="2788920"/>
            <a:ext cx="54864" cy="1600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70916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5488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54880" y="3749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track customer orders with full order item management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58000" y="2788920"/>
            <a:ext cx="20574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858000" y="2788920"/>
            <a:ext cx="54864" cy="16002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94944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🎛️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99516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995160" y="3749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view of total products, low-stock count and inventory stats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(ERD)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82880" y="914400"/>
            <a:ext cx="2377440" cy="29260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91440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6032" y="122529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first_name, last_name, email, role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00400" y="9144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0" y="914400"/>
            <a:ext cx="237744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73552" y="91440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73552" y="122529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sku, name, price, supplier_id, category_id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400800" y="9144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0" y="914400"/>
            <a:ext cx="2377440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73952" y="91440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73952" y="122529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name, description, user_id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0" y="256032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0" y="2560320"/>
            <a:ext cx="2377440" cy="29260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73952" y="256032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73952" y="287121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name, contact_person, email, phone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0" y="256032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0" y="2560320"/>
            <a:ext cx="2377440" cy="2926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73552" y="256032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73552" y="287121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product_id, quantity_on_hand, reorder_level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2880" y="256032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82880" y="2560320"/>
            <a:ext cx="2377440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56032" y="256032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Stock_movements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" y="287121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product_id, movement_type, source_type, qty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2880" y="41148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82880" y="4114800"/>
            <a:ext cx="2377440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56032" y="411480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56032" y="442569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customer_id, status, total_amount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00400" y="41148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200400" y="4114800"/>
            <a:ext cx="237744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273552" y="411480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73552" y="442569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order_id, product_id, quantity, unit_price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0" y="41148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400800" y="4114800"/>
            <a:ext cx="237744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73952" y="4114800"/>
            <a:ext cx="2231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73952" y="4425696"/>
            <a:ext cx="22311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full_name, email, phone, address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6E325D-94F4-72E3-FE53-B4430C583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676" y="791429"/>
            <a:ext cx="5569312" cy="394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076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 &amp; Timeline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" y="914400"/>
            <a:ext cx="2103120" cy="3840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" y="91440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" y="10972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13–15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3716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Design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37160" y="1737360"/>
            <a:ext cx="2103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" y="1828800"/>
            <a:ext cx="1920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Define project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User stories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Architecture diagram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Lo-fi wireframes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77440" y="914400"/>
            <a:ext cx="2103120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77440" y="91440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377440" y="10972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16–24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7744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77440" y="1737360"/>
            <a:ext cx="2103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68880" y="1828800"/>
            <a:ext cx="1920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Models &amp; DB setup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CRUD APIs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Auth / JWT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Error handling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Unit tests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914400"/>
            <a:ext cx="2103120" cy="3840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91440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17720" y="10972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24–28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1772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1737360"/>
            <a:ext cx="2103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09160" y="1828800"/>
            <a:ext cx="1920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Login/Signup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listing pages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Forms &amp; search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Connect API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0" y="914400"/>
            <a:ext cx="21031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58000" y="91440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09728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28–31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58000" y="1371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&amp; Delivery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0" y="1737360"/>
            <a:ext cx="2103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949440" y="1828800"/>
            <a:ext cx="1920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UI polish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Frontend tests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Documentation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PPT slides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" y="914400"/>
            <a:ext cx="4114800" cy="3840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Unit Testing (Jest)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37160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controller tests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 logic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middleware validation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 responses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914400"/>
            <a:ext cx="4114800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9144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API Testing (Postman)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REST endpoints verified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&amp; invalid request bodies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headers &amp; protected routes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status code verification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28600" y="2834640"/>
            <a:ext cx="4114800" cy="3840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8346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  Manual UI Testing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29184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Login/Registration flow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CRUD form validation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real-time data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filter &amp; pagination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834640"/>
            <a:ext cx="411480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28346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Edge Cases Handled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out &gt; available qty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SKU detection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with linked records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Out-of-stock visual alerts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Walkthrough</a:t>
            </a:r>
            <a:endParaRPr lang="en-US" sz="2800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73C72850-41E0-9A6B-EF3E-F3C3A6644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670" y="888202"/>
            <a:ext cx="5803920" cy="39962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Outcomes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JetStock delivered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7772400" cy="402336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Full-stack web app with React + Node.js + MySQL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938528"/>
            <a:ext cx="7772400" cy="402336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938528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Complete CRUD for Products, Categories, Suppliers &amp; Orders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414016"/>
            <a:ext cx="7772400" cy="402336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414016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Real-time inventory tracking with low-stock alerts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889504"/>
            <a:ext cx="7772400" cy="402336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889504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JWT authentication with protected routes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364992"/>
            <a:ext cx="7772400" cy="402336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3364992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External storefront (JetStore) connected via shared API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840480"/>
            <a:ext cx="7772400" cy="402336"/>
          </a:xfrm>
          <a:prstGeom prst="rect">
            <a:avLst/>
          </a:prstGeom>
          <a:solidFill>
            <a:srgbClr val="1F4E79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Unit tests (Jest) + API tests (Postman)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https://github.com/mensonsundash/jetstock-capstone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</TotalTime>
  <Words>604</Words>
  <Application>Microsoft Office PowerPoint</Application>
  <PresentationFormat>On-screen Show (16:9)</PresentationFormat>
  <Paragraphs>143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JetStock - Capstone Project</dc:title>
  <dc:subject>PptxGenJS Presentation</dc:subject>
  <dc:creator>JetStock Team</dc:creator>
  <cp:lastModifiedBy>admin</cp:lastModifiedBy>
  <cp:revision>5</cp:revision>
  <dcterms:created xsi:type="dcterms:W3CDTF">2026-04-02T06:08:06Z</dcterms:created>
  <dcterms:modified xsi:type="dcterms:W3CDTF">2026-04-02T06:57:53Z</dcterms:modified>
</cp:coreProperties>
</file>